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D88B4-C391-4A0C-92E9-599CE8AA2B8C}" v="1" dt="2026-07-10T13:35:24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amoto.h" userId="9bc36684-b81a-48c1-998b-6c9bcac10f41" providerId="ADAL" clId="{20C18575-42FB-474B-92BD-2AAF7C4DF09C}"/>
    <pc:docChg chg="undo custSel addSld modSld">
      <pc:chgData name="yamamoto.h" userId="9bc36684-b81a-48c1-998b-6c9bcac10f41" providerId="ADAL" clId="{20C18575-42FB-474B-92BD-2AAF7C4DF09C}" dt="2026-07-10T13:39:48.498" v="172" actId="20577"/>
      <pc:docMkLst>
        <pc:docMk/>
      </pc:docMkLst>
      <pc:sldChg chg="delSp new mod">
        <pc:chgData name="yamamoto.h" userId="9bc36684-b81a-48c1-998b-6c9bcac10f41" providerId="ADAL" clId="{20C18575-42FB-474B-92BD-2AAF7C4DF09C}" dt="2026-07-10T13:34:07.437" v="2" actId="478"/>
        <pc:sldMkLst>
          <pc:docMk/>
          <pc:sldMk cId="3618513317" sldId="259"/>
        </pc:sldMkLst>
        <pc:spChg chg="del">
          <ac:chgData name="yamamoto.h" userId="9bc36684-b81a-48c1-998b-6c9bcac10f41" providerId="ADAL" clId="{20C18575-42FB-474B-92BD-2AAF7C4DF09C}" dt="2026-07-10T13:34:04.331" v="1" actId="478"/>
          <ac:spMkLst>
            <pc:docMk/>
            <pc:sldMk cId="3618513317" sldId="259"/>
            <ac:spMk id="2" creationId="{B303EB3D-E8D7-3F40-97C1-2D0FB90D2E7E}"/>
          </ac:spMkLst>
        </pc:spChg>
        <pc:spChg chg="del">
          <ac:chgData name="yamamoto.h" userId="9bc36684-b81a-48c1-998b-6c9bcac10f41" providerId="ADAL" clId="{20C18575-42FB-474B-92BD-2AAF7C4DF09C}" dt="2026-07-10T13:34:07.437" v="2" actId="478"/>
          <ac:spMkLst>
            <pc:docMk/>
            <pc:sldMk cId="3618513317" sldId="259"/>
            <ac:spMk id="3" creationId="{BA8ABBF3-4D5D-5907-0D88-6A681CB71A61}"/>
          </ac:spMkLst>
        </pc:spChg>
      </pc:sldChg>
      <pc:sldChg chg="addSp modSp add mod">
        <pc:chgData name="yamamoto.h" userId="9bc36684-b81a-48c1-998b-6c9bcac10f41" providerId="ADAL" clId="{20C18575-42FB-474B-92BD-2AAF7C4DF09C}" dt="2026-07-10T13:39:48.498" v="172" actId="20577"/>
        <pc:sldMkLst>
          <pc:docMk/>
          <pc:sldMk cId="215321463" sldId="260"/>
        </pc:sldMkLst>
        <pc:spChg chg="add mod ord">
          <ac:chgData name="yamamoto.h" userId="9bc36684-b81a-48c1-998b-6c9bcac10f41" providerId="ADAL" clId="{20C18575-42FB-474B-92BD-2AAF7C4DF09C}" dt="2026-07-10T13:39:30.751" v="166" actId="1076"/>
          <ac:spMkLst>
            <pc:docMk/>
            <pc:sldMk cId="215321463" sldId="260"/>
            <ac:spMk id="2" creationId="{FE48AB45-F457-F8B7-2360-A02DC21FCF89}"/>
          </ac:spMkLst>
        </pc:spChg>
        <pc:spChg chg="add mod ord">
          <ac:chgData name="yamamoto.h" userId="9bc36684-b81a-48c1-998b-6c9bcac10f41" providerId="ADAL" clId="{20C18575-42FB-474B-92BD-2AAF7C4DF09C}" dt="2026-07-10T13:39:26.288" v="165" actId="166"/>
          <ac:spMkLst>
            <pc:docMk/>
            <pc:sldMk cId="215321463" sldId="260"/>
            <ac:spMk id="4" creationId="{FBE31748-2BFF-9A8C-EF7C-12BD55686BAA}"/>
          </ac:spMkLst>
        </pc:spChg>
        <pc:spChg chg="add mod">
          <ac:chgData name="yamamoto.h" userId="9bc36684-b81a-48c1-998b-6c9bcac10f41" providerId="ADAL" clId="{20C18575-42FB-474B-92BD-2AAF7C4DF09C}" dt="2026-07-10T13:38:34.492" v="142" actId="207"/>
          <ac:spMkLst>
            <pc:docMk/>
            <pc:sldMk cId="215321463" sldId="260"/>
            <ac:spMk id="6" creationId="{9FCA86CA-2DB1-5C6C-EE6B-F144FF4FC9D1}"/>
          </ac:spMkLst>
        </pc:spChg>
        <pc:spChg chg="add mod">
          <ac:chgData name="yamamoto.h" userId="9bc36684-b81a-48c1-998b-6c9bcac10f41" providerId="ADAL" clId="{20C18575-42FB-474B-92BD-2AAF7C4DF09C}" dt="2026-07-10T13:39:00.325" v="158" actId="20577"/>
          <ac:spMkLst>
            <pc:docMk/>
            <pc:sldMk cId="215321463" sldId="260"/>
            <ac:spMk id="8" creationId="{A723F122-EC7A-159C-02A4-2DC8A5854930}"/>
          </ac:spMkLst>
        </pc:spChg>
        <pc:spChg chg="add mod">
          <ac:chgData name="yamamoto.h" userId="9bc36684-b81a-48c1-998b-6c9bcac10f41" providerId="ADAL" clId="{20C18575-42FB-474B-92BD-2AAF7C4DF09C}" dt="2026-07-10T13:39:34.475" v="167" actId="1076"/>
          <ac:spMkLst>
            <pc:docMk/>
            <pc:sldMk cId="215321463" sldId="260"/>
            <ac:spMk id="10" creationId="{90665F52-E3BC-0A5A-1D0D-23E6511F14A3}"/>
          </ac:spMkLst>
        </pc:spChg>
        <pc:spChg chg="add mod">
          <ac:chgData name="yamamoto.h" userId="9bc36684-b81a-48c1-998b-6c9bcac10f41" providerId="ADAL" clId="{20C18575-42FB-474B-92BD-2AAF7C4DF09C}" dt="2026-07-10T13:39:48.498" v="172" actId="20577"/>
          <ac:spMkLst>
            <pc:docMk/>
            <pc:sldMk cId="215321463" sldId="260"/>
            <ac:spMk id="12" creationId="{28DBD47D-C3C1-1447-9ADA-9B06AFBBDBC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11:30:35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3814 24575,'-2'-383'0,"5"-412"0,2 722 0,3 0 0,3 1 0,25-89 0,-5 73 0,-20 61 0,14-55 0,4-27 0,4 2 0,80-172 0,-55 164 0,6 2 0,117-159 0,-72 112 0,27-35 0,86-137 0,-212 314 0,31-52 0,2 2 0,92-109 0,-115 153-1365,-4 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88D88-35CA-55F7-2192-97CC2148E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1E15D2-E814-2290-F9FB-98003A0CC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2CE90C-4C6E-23FA-9D1C-32E48075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CBD646-6F29-4641-A011-63046C8C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47F3AF-892D-9224-083A-0A763075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172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8F0BB-AF6C-F526-FE47-E634207A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F0A88-11A4-12FA-CFFE-5C413597B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26BA7B-A612-636F-7A99-DD2A0B70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267BE9-5DBB-3822-0501-D468BE27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7386EE-D87E-FA86-6406-580224E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44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6E48B5-B1BD-3E43-9236-A963CD0D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487AD0-C4B0-5578-4650-752B1C567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3347EE-255E-68F2-16E5-156A280D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9739D6-3286-5EE0-5EFB-BB6FF747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D429BC-535D-984C-18DC-4FA10CD3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66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46576E-74D3-51F9-7C98-EB35CA75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F7BC98-9649-C603-D9EA-09155E49A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164A40-AF6D-2F2D-C5B9-D6562DC15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AB3BC0-1AE2-BBE0-DB79-20A5F60EE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72A049-58B8-5228-2695-2E0B861B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BC3127-4C51-6309-F84F-5D3A191C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12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8C9DC-FBB6-4E2C-2A3D-F3362AFF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A7A1D3-72D9-46F6-1481-559FEACD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25EEE8-C9A3-2942-AFD5-A0208C7B2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9D4D02-7121-2054-60CB-14F8D9785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16024B1-833E-AA4A-C4DE-C9DE6256B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E74F14-D62A-0395-F6D7-298F776F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D8A82D-0B3B-9514-B09D-59A87A8E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725B3F-89F9-F27D-388A-74C7340B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58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E42D19-8C45-0023-5358-2B44AAC2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AC48EA-0A04-3480-6E1E-651BC994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61D95B-E361-A666-71AE-2474A1E6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EDFD9E-6F31-FD96-2DA2-D275A8B2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63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B6403B-974E-467B-7E48-697FF78E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12237D-3CAC-A702-D964-288856DB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9EA715-8CCE-F6FF-08DF-2B020B0C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57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FC03D-512E-360B-6CF5-4F9DE1E5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F9AC2A-CC23-DA58-7412-31DD43C89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73F6A4-0763-5177-A3EA-EE54C7CA1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CA0DD3-4685-B790-874B-716C565C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201368-1CDB-8BC7-2E2F-BB125575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EF3114-4C35-A028-AAA1-EC5E2788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31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41383-7629-6A04-96DD-C4BAD78E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956DBB-23B6-06E9-BA8B-5D77DF474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A1D323-0BC0-D750-C94B-23D9B499E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ABF85C-950C-6E48-564F-350C2404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092567-BB15-5A09-C77A-A2925CAE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58E2A5-4818-A86B-5C8A-6C419C0B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30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E8789-406D-70CD-1862-4815FC81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15F021-CF67-6782-79F9-F2A3C3E1C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1BDFB-4854-9239-2CB0-7C6D6D5A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88E99F-6BFF-C2CF-17FC-55D75F57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3E5764-272E-083F-4BF5-5F025D0E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7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30671E-CDBA-FE8C-A2D2-71BA8870F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FD48C9-F622-C0C6-8EC0-EC926570B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5419C3-B8E7-E443-4968-416EAA2D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BBCCD1-8E67-FD64-5DD7-F3F0B7F5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3D492A-1372-3B49-770A-0B8B5108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56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234BF1-59BC-448E-D6FE-C275842D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FE5311-290A-0220-ED3B-8A9048EAB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D587B8-ECA5-F5B0-6FBA-49309930C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4AA6C-86E9-47D7-BF5C-7744A508EEC6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388CA-C91B-95D8-FC64-055727CFD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5527B-A574-D2A6-B4E3-547D6D68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37224-1CBC-4E52-A67A-3D4BFC1B8C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4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7月26日（金）に『青鬼』Nintendo Switch™/Steam®版が発売決定！ | UUUM株式会社のプレスリリース">
            <a:extLst>
              <a:ext uri="{FF2B5EF4-FFF2-40B4-BE49-F238E27FC236}">
                <a16:creationId xmlns:a16="http://schemas.microsoft.com/office/drawing/2014/main" id="{141BC6E6-96E2-1333-AAAA-F0FE5EB5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8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7月26日（金）に『青鬼』Nintendo Switch™/Steam®版が発売決定！ | UUUM株式会社のプレスリリース">
            <a:extLst>
              <a:ext uri="{FF2B5EF4-FFF2-40B4-BE49-F238E27FC236}">
                <a16:creationId xmlns:a16="http://schemas.microsoft.com/office/drawing/2014/main" id="{141BC6E6-96E2-1333-AAAA-F0FE5EB5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8D4FDE-5125-F316-CE3E-45B2E93CCE88}"/>
              </a:ext>
            </a:extLst>
          </p:cNvPr>
          <p:cNvSpPr/>
          <p:nvPr/>
        </p:nvSpPr>
        <p:spPr>
          <a:xfrm>
            <a:off x="3752850" y="1709737"/>
            <a:ext cx="4486275" cy="3438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86213F27-B913-9418-52B1-6F168517E8B9}"/>
                  </a:ext>
                </a:extLst>
              </p14:cNvPr>
              <p14:cNvContentPartPr/>
              <p14:nvPr/>
            </p14:nvContentPartPr>
            <p14:xfrm>
              <a:off x="4314000" y="522435"/>
              <a:ext cx="482760" cy="137304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86213F27-B913-9418-52B1-6F168517E8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7880" y="516315"/>
                <a:ext cx="49500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0F77E9-0D39-DA6D-3CE8-3CFFF2924631}"/>
              </a:ext>
            </a:extLst>
          </p:cNvPr>
          <p:cNvSpPr txBox="1"/>
          <p:nvPr/>
        </p:nvSpPr>
        <p:spPr>
          <a:xfrm>
            <a:off x="4796760" y="219075"/>
            <a:ext cx="194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パズル画面</a:t>
            </a:r>
          </a:p>
        </p:txBody>
      </p:sp>
    </p:spTree>
    <p:extLst>
      <p:ext uri="{BB962C8B-B14F-4D97-AF65-F5344CB8AC3E}">
        <p14:creationId xmlns:p14="http://schemas.microsoft.com/office/powerpoint/2010/main" val="364052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7月26日（金）に『青鬼』Nintendo Switch™/Steam®版が発売決定！ | UUUM株式会社のプレスリリース">
            <a:extLst>
              <a:ext uri="{FF2B5EF4-FFF2-40B4-BE49-F238E27FC236}">
                <a16:creationId xmlns:a16="http://schemas.microsoft.com/office/drawing/2014/main" id="{141BC6E6-96E2-1333-AAAA-F0FE5EB5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E53C4B-8934-42AF-F064-1C0A4D750571}"/>
              </a:ext>
            </a:extLst>
          </p:cNvPr>
          <p:cNvSpPr/>
          <p:nvPr/>
        </p:nvSpPr>
        <p:spPr>
          <a:xfrm>
            <a:off x="3752850" y="1709737"/>
            <a:ext cx="4486275" cy="3438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231C67-B503-BF04-2C6E-2250ED21EF25}"/>
              </a:ext>
            </a:extLst>
          </p:cNvPr>
          <p:cNvSpPr/>
          <p:nvPr/>
        </p:nvSpPr>
        <p:spPr>
          <a:xfrm>
            <a:off x="4143375" y="2200275"/>
            <a:ext cx="3838575" cy="666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選択肢</a:t>
            </a:r>
            <a:r>
              <a:rPr kumimoji="1" lang="en-US" altLang="ja-JP" dirty="0">
                <a:solidFill>
                  <a:srgbClr val="FF0000"/>
                </a:solidFill>
              </a:rPr>
              <a:t>1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71349D-63BA-5EC0-BD7F-250C99208E7E}"/>
              </a:ext>
            </a:extLst>
          </p:cNvPr>
          <p:cNvSpPr/>
          <p:nvPr/>
        </p:nvSpPr>
        <p:spPr>
          <a:xfrm>
            <a:off x="4176712" y="3750468"/>
            <a:ext cx="3838575" cy="666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選択肢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157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7月26日（金）に『青鬼』Nintendo Switch™/Steam®版が発売決定！ | UUUM株式会社のプレスリリース">
            <a:extLst>
              <a:ext uri="{FF2B5EF4-FFF2-40B4-BE49-F238E27FC236}">
                <a16:creationId xmlns:a16="http://schemas.microsoft.com/office/drawing/2014/main" id="{141BC6E6-96E2-1333-AAAA-F0FE5EB5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CA86CA-2DB1-5C6C-EE6B-F144FF4FC9D1}"/>
              </a:ext>
            </a:extLst>
          </p:cNvPr>
          <p:cNvSpPr/>
          <p:nvPr/>
        </p:nvSpPr>
        <p:spPr>
          <a:xfrm>
            <a:off x="8153400" y="1152525"/>
            <a:ext cx="2143125" cy="434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23F122-EC7A-159C-02A4-2DC8A5854930}"/>
              </a:ext>
            </a:extLst>
          </p:cNvPr>
          <p:cNvSpPr txBox="1"/>
          <p:nvPr/>
        </p:nvSpPr>
        <p:spPr>
          <a:xfrm>
            <a:off x="8646317" y="1276350"/>
            <a:ext cx="1157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立ち絵</a:t>
            </a:r>
            <a:r>
              <a:rPr kumimoji="1" lang="en-US" altLang="ja-JP" dirty="0">
                <a:solidFill>
                  <a:schemeClr val="bg1"/>
                </a:solidFill>
              </a:rPr>
              <a:t>2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0665F52-E3BC-0A5A-1D0D-23E6511F14A3}"/>
              </a:ext>
            </a:extLst>
          </p:cNvPr>
          <p:cNvSpPr/>
          <p:nvPr/>
        </p:nvSpPr>
        <p:spPr>
          <a:xfrm>
            <a:off x="2006204" y="1152525"/>
            <a:ext cx="2143125" cy="434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48AB45-F457-F8B7-2360-A02DC21FCF89}"/>
              </a:ext>
            </a:extLst>
          </p:cNvPr>
          <p:cNvSpPr/>
          <p:nvPr/>
        </p:nvSpPr>
        <p:spPr>
          <a:xfrm>
            <a:off x="2381250" y="3981450"/>
            <a:ext cx="7667625" cy="1638300"/>
          </a:xfrm>
          <a:prstGeom prst="rect">
            <a:avLst/>
          </a:prstGeom>
          <a:solidFill>
            <a:schemeClr val="accent1">
              <a:alpha val="54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E31748-2BFF-9A8C-EF7C-12BD55686BAA}"/>
              </a:ext>
            </a:extLst>
          </p:cNvPr>
          <p:cNvSpPr txBox="1"/>
          <p:nvPr/>
        </p:nvSpPr>
        <p:spPr>
          <a:xfrm>
            <a:off x="2976561" y="4263509"/>
            <a:ext cx="669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会話文章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DBD47D-C3C1-1447-9ADA-9B06AFBBDBC3}"/>
              </a:ext>
            </a:extLst>
          </p:cNvPr>
          <p:cNvSpPr txBox="1"/>
          <p:nvPr/>
        </p:nvSpPr>
        <p:spPr>
          <a:xfrm>
            <a:off x="2499121" y="1362075"/>
            <a:ext cx="1157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立ち絵</a:t>
            </a:r>
            <a:r>
              <a:rPr lang="en-US" altLang="ja-JP" dirty="0">
                <a:solidFill>
                  <a:schemeClr val="bg1"/>
                </a:solidFill>
              </a:rPr>
              <a:t>1</a:t>
            </a: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2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513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</Words>
  <Application>Microsoft Office PowerPoint</Application>
  <PresentationFormat>ワイド画面</PresentationFormat>
  <Paragraphs>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1</cp:revision>
  <dcterms:created xsi:type="dcterms:W3CDTF">2026-07-10T11:28:52Z</dcterms:created>
  <dcterms:modified xsi:type="dcterms:W3CDTF">2026-07-10T13:39:54Z</dcterms:modified>
</cp:coreProperties>
</file>